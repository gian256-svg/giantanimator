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31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antanimator_ppt_title_slide_1776860417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2864"/>
                </a:solidFill>
              </a:rPr>
              <a:t>Abril 2026: Do Estático ao Autônomo</a:t>
            </a:r>
          </a:p>
        </p:txBody>
      </p:sp>
      <p:pic>
        <p:nvPicPr>
          <p:cNvPr id="3" name="Picture 2" descr="giantanimator_comparison_2026_context_1776861502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Office PowerPoint</Application>
  <PresentationFormat>Apresentação na tela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Gianluca Palmisciano</cp:lastModifiedBy>
  <cp:revision>2</cp:revision>
  <dcterms:created xsi:type="dcterms:W3CDTF">2013-01-27T09:14:16Z</dcterms:created>
  <dcterms:modified xsi:type="dcterms:W3CDTF">2026-04-22T12:53:21Z</dcterms:modified>
  <cp:category/>
</cp:coreProperties>
</file>