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31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iantanimator_ppt_title_slide_17768604172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2864"/>
                </a:solidFill>
              </a:rPr>
              <a:t>GiantAnimator: Do Estático ao Autônomo</a:t>
            </a:r>
          </a:p>
        </p:txBody>
      </p:sp>
      <p:pic>
        <p:nvPicPr>
          <p:cNvPr id="3" name="Picture 2" descr="giantanimator_comparison_2026_context_17768615027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2864"/>
                </a:solidFill>
              </a:rPr>
              <a:t>O Desafio da Escala vs. Solução Nativa 4K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509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O volume massivo de dados financeiros em 2026 exige respostas instantâneas.</a:t>
            </a:r>
          </a:p>
          <a:p>
            <a:r>
              <a:rPr>
                <a:solidFill>
                  <a:srgbClr val="FFFFFF"/>
                </a:solidFill>
              </a:rPr>
              <a:t>• Relatórios estáticos tradicionais estão obsoletos e não engajam investidores modernos.</a:t>
            </a:r>
          </a:p>
          <a:p>
            <a:r>
              <a:rPr>
                <a:solidFill>
                  <a:srgbClr val="FFFFFF"/>
                </a:solidFill>
              </a:rPr>
              <a:t>• Existe um vácuo imenso entre a análise de dados complexa e a comunicação visual.</a:t>
            </a:r>
          </a:p>
          <a:p>
            <a:r>
              <a:rPr>
                <a:solidFill>
                  <a:srgbClr val="FFFFFF"/>
                </a:solidFill>
              </a:rPr>
              <a:t>• A Solução: Nosso Motor de vídeo nativo UHD foi construído para os desafios da próxima década.</a:t>
            </a:r>
          </a:p>
          <a:p>
            <a:r>
              <a:rPr>
                <a:solidFill>
                  <a:srgbClr val="FFFFFF"/>
                </a:solidFill>
              </a:rPr>
              <a:t>• Resolvemos a latência na geração de vídeos com renderização em tempo real via React/Remotion.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0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2864"/>
                </a:solidFill>
              </a:rPr>
              <a:t>Fluxo Cirúrgico &amp; Silent Auditor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0264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O diferencial absoluto do GiantAnimator é seu "Surgery-Grade Flow" operado por IA de Visão.</a:t>
            </a:r>
          </a:p>
          <a:p>
            <a:r>
              <a:rPr>
                <a:solidFill>
                  <a:srgbClr val="FFFFFF"/>
                </a:solidFill>
              </a:rPr>
              <a:t>• Feedback Loop Autônomo garante 100% de fidelidade nos dados renderizados.</a:t>
            </a:r>
          </a:p>
          <a:p>
            <a:r>
              <a:rPr>
                <a:solidFill>
                  <a:srgbClr val="FFFFFF"/>
                </a:solidFill>
              </a:rPr>
              <a:t>• O sistema realiza a auto-correção de eixos e labels em tempo real, sem intervenção humana.</a:t>
            </a:r>
          </a:p>
          <a:p>
            <a:r>
              <a:rPr>
                <a:solidFill>
                  <a:srgbClr val="FFFFFF"/>
                </a:solidFill>
              </a:rPr>
              <a:t>• Pipeline resiliente capaz de detectar inconsistências numéricas (clipping, overlap) e corrigi-las.</a:t>
            </a:r>
          </a:p>
          <a:p>
            <a:r>
              <a:rPr>
                <a:solidFill>
                  <a:srgbClr val="FFFFFF"/>
                </a:solidFill>
              </a:rPr>
              <a:t>• Garantia matemática de que a barra exibida corresponde perfeitamente ao valor numérico exigido.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2864"/>
                </a:solidFill>
              </a:rPr>
              <a:t>Eficiência de Custos em Larga Escala</a:t>
            </a:r>
          </a:p>
        </p:txBody>
      </p:sp>
      <p:pic>
        <p:nvPicPr>
          <p:cNvPr id="3" name="Picture 2" descr="giantanimator_ppt_pipeline_slide_17768604337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2864"/>
                </a:solidFill>
              </a:rPr>
              <a:t>Integração Nativa &amp; Biblioteca de Ativos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Injeção direta e transparente de planilhas Excel e arquivos CSV.</a:t>
            </a:r>
          </a:p>
          <a:p>
            <a:r>
              <a:rPr>
                <a:solidFill>
                  <a:srgbClr val="FFFFFF"/>
                </a:solidFill>
              </a:rPr>
              <a:t>• O pipeline automatizado mitiga agressivamente falhas de erro humano (o temido "fat-finger").</a:t>
            </a:r>
          </a:p>
          <a:p>
            <a:r>
              <a:rPr>
                <a:solidFill>
                  <a:srgbClr val="FFFFFF"/>
                </a:solidFill>
              </a:rPr>
              <a:t>• Biblioteca de Ativos Treinados já inclui mais de 20 modelos de gráficos corporativos.</a:t>
            </a:r>
          </a:p>
          <a:p>
            <a:r>
              <a:rPr>
                <a:solidFill>
                  <a:srgbClr val="FFFFFF"/>
                </a:solidFill>
              </a:rPr>
              <a:t>• Suporte nativo a Waterfall, Heatmaps, Treemaps, Bar, Line, Radar e Gauge Charts.</a:t>
            </a:r>
          </a:p>
          <a:p>
            <a:r>
              <a:rPr>
                <a:solidFill>
                  <a:srgbClr val="FFFFFF"/>
                </a:solidFill>
              </a:rPr>
              <a:t>• Expansão contínua com estilos visuais hiper-personalizáveis (Theme Intelligence).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2864"/>
                </a:solidFill>
              </a:rPr>
              <a:t>Potencial de Mercado: O 'Blue Ocean'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Setor B2B (Investor Relations &amp; Wealth): Vídeos trimestrais automatizados para reporte de lucros.</a:t>
            </a:r>
          </a:p>
          <a:p>
            <a:r>
              <a:rPr>
                <a:solidFill>
                  <a:srgbClr val="FFFFFF"/>
                </a:solidFill>
              </a:rPr>
              <a:t>• Relatórios VIP hiper-personalizados sob demanda para clientes de alta renda (High-Net-Worth).</a:t>
            </a:r>
          </a:p>
          <a:p>
            <a:r>
              <a:rPr>
                <a:solidFill>
                  <a:srgbClr val="FFFFFF"/>
                </a:solidFill>
              </a:rPr>
              <a:t>• SaaS Pro: Assinatura escalável focada em analistas financeiros e criadores de conteúdo de dados.</a:t>
            </a:r>
          </a:p>
          <a:p>
            <a:r>
              <a:rPr>
                <a:solidFill>
                  <a:srgbClr val="FFFFFF"/>
                </a:solidFill>
              </a:rPr>
              <a:t>• Enterprise Solution: Instalação On-Premise 100% isolada e segura, ideal para Bancos e Corretoras.</a:t>
            </a:r>
          </a:p>
          <a:p>
            <a:r>
              <a:rPr>
                <a:solidFill>
                  <a:srgbClr val="FFFFFF"/>
                </a:solidFill>
              </a:rPr>
              <a:t>• Um mercado inexplorado que une Data Science puro com Motion Graphics de altíssimo nível.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2864"/>
                </a:solidFill>
              </a:rPr>
              <a:t>Visão de Futuro Estratégica (2026 - 2027)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Q3/2026: Lançamento oficial da integração de Narração Neural (TTS) hiper-realista.</a:t>
            </a:r>
          </a:p>
          <a:p>
            <a:r>
              <a:rPr>
                <a:solidFill>
                  <a:srgbClr val="FFFFFF"/>
                </a:solidFill>
              </a:rPr>
              <a:t>• Sincronização automática de voz com animações e destaques visuais.</a:t>
            </a:r>
          </a:p>
          <a:p>
            <a:r>
              <a:rPr>
                <a:solidFill>
                  <a:srgbClr val="FFFFFF"/>
                </a:solidFill>
              </a:rPr>
              <a:t>• Q1/2027: Lançamento dos revolucionários "Multi-Agent Reviewers".</a:t>
            </a:r>
          </a:p>
          <a:p>
            <a:r>
              <a:rPr>
                <a:solidFill>
                  <a:srgbClr val="FFFFFF"/>
                </a:solidFill>
              </a:rPr>
              <a:t>• Implementação de Consenso de Dados Matemáticos Descentralizado para validação de métricas.</a:t>
            </a:r>
          </a:p>
          <a:p>
            <a:r>
              <a:rPr>
                <a:solidFill>
                  <a:srgbClr val="FFFFFF"/>
                </a:solidFill>
              </a:rPr>
              <a:t>• 2030: Domínio do mercado global de automação de vídeos institucionais baseados em dados.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2864"/>
                </a:solidFill>
              </a:rPr>
              <a:t>Governança de Dados &amp; Privacidade (Zero-Trust)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Operação On-Premise / Local: Os datasets confidenciais são processados inteiramente em sandbox local.</a:t>
            </a:r>
          </a:p>
          <a:p>
            <a:r>
              <a:rPr>
                <a:solidFill>
                  <a:srgbClr val="FFFFFF"/>
                </a:solidFill>
              </a:rPr>
              <a:t>• Interação Headless CLI: Arquitetura server-side sem UI web exposta externamente.</a:t>
            </a:r>
          </a:p>
          <a:p>
            <a:r>
              <a:rPr>
                <a:solidFill>
                  <a:srgbClr val="FFFFFF"/>
                </a:solidFill>
              </a:rPr>
              <a:t>• Mitigação profunda contra riscos de Injeção de Código (SQLi/XSS) e Ataques de DDoS.</a:t>
            </a:r>
          </a:p>
          <a:p>
            <a:r>
              <a:rPr>
                <a:solidFill>
                  <a:srgbClr val="FFFFFF"/>
                </a:solidFill>
              </a:rPr>
              <a:t>• As chamadas de IA transmitem exclusivamente metadados ou frames ofuscados (pixels sem dados sensíveis).</a:t>
            </a:r>
          </a:p>
          <a:p>
            <a:r>
              <a:rPr>
                <a:solidFill>
                  <a:srgbClr val="FFFFFF"/>
                </a:solidFill>
              </a:rPr>
              <a:t>• Conformidade rigorosa: Zero tráfego de PII (Personally Identifiable Information) para LLMs externos.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2864"/>
                </a:solidFill>
              </a:rPr>
              <a:t>Mitigação de Riscos &amp; Alucinação (AI Safety)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O grande risco corporativo: A maioria das IAs gerativas de vídeo sofre de "Data Hallucination".</a:t>
            </a:r>
          </a:p>
          <a:p>
            <a:r>
              <a:rPr>
                <a:solidFill>
                  <a:srgbClr val="FFFFFF"/>
                </a:solidFill>
              </a:rPr>
              <a:t>• Como resolvemos: O vídeo obedece a cálculos nativos determinísticos (Remotion/React).</a:t>
            </a:r>
          </a:p>
          <a:p>
            <a:r>
              <a:rPr>
                <a:solidFill>
                  <a:srgbClr val="FFFFFF"/>
                </a:solidFill>
              </a:rPr>
              <a:t>• A IA do GiantAnimator atua EXCLUSIVAMENTE como auditora (Fiscal de Pixels), não como geradora de frames.</a:t>
            </a:r>
          </a:p>
          <a:p>
            <a:r>
              <a:rPr>
                <a:solidFill>
                  <a:srgbClr val="FFFFFF"/>
                </a:solidFill>
              </a:rPr>
              <a:t>• Resiliência de Infraestrutura: Sistema construído com Fallback Loop avançado.</a:t>
            </a:r>
          </a:p>
          <a:p>
            <a:r>
              <a:rPr>
                <a:solidFill>
                  <a:srgbClr val="FFFFFF"/>
                </a:solidFill>
              </a:rPr>
              <a:t>• Em caso de queda da API de IA, o sistema garante a renderização via algoritmos fallback 100% exatos.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2864"/>
                </a:solidFill>
              </a:rPr>
              <a:t>GiantAnimator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A Revolução Autônoma de Dados Visuais.</a:t>
            </a:r>
          </a:p>
          <a:p/>
          <a:p>
            <a:r>
              <a:rPr>
                <a:solidFill>
                  <a:srgbClr val="FFFFFF"/>
                </a:solidFill>
              </a:rPr>
              <a:t>Obrigado.</a:t>
            </a:r>
          </a:p>
          <a:p>
            <a:r>
              <a:rPr>
                <a:solidFill>
                  <a:srgbClr val="FFFFFF"/>
                </a:solidFill>
              </a:rPr>
              <a:t>2026 © GiantAnimator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341</Words>
  <Application>Microsoft Office PowerPoint</Application>
  <PresentationFormat>Apresentação na tela (4:3)</PresentationFormat>
  <Paragraphs>50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Gianluca Palmisciano</cp:lastModifiedBy>
  <cp:revision>2</cp:revision>
  <dcterms:created xsi:type="dcterms:W3CDTF">2013-01-27T09:14:16Z</dcterms:created>
  <dcterms:modified xsi:type="dcterms:W3CDTF">2026-04-22T12:53:21Z</dcterms:modified>
  <cp:category/>
</cp:coreProperties>
</file>